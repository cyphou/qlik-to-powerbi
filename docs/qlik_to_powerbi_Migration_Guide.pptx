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99232"/>
            <a:ext cx="12191695" cy="54864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Qlik to Power BI Migration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2C811"/>
                </a:solidFill>
                <a:latin typeface="Segoe UI"/>
              </a:defRPr>
            </a:pPr>
            <a:r>
              <a:t>Automated Qlik Sense migration — Input, Output &amp; Usage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Python 3.12+ · Zero external dependencies · 2,224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v10.0.0 — Preceptorship Multi-Agent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What Does This Tool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Converts Qlik Sense applications (.qvf / JSON exports) into complete Power BI projects (.pbip) with PBIR v4.0 reports and TMDL semantic models — ready to open in Power BI Desktop or deploy to Fabric.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384048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977640"/>
            <a:ext cx="73152" cy="173736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🔍  Automated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51960"/>
            <a:ext cx="2651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11 JSON intermediates extracted from Qlik QVF/JSON: app metadata, datasources, dimensions, measures, visualizations, sheets, variables, load script, associations, bookmarks, master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84048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3977640"/>
            <a:ext cx="73152" cy="17373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⚙️  Smart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251960"/>
            <a:ext cx="2651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175+ DAX formula conversions, 75+ visual type mappings, 40+ Power Query M transforms, auto-Calendar table, RLS roles, hierarchies, themes, set analysis → CALCULATE. Auto-detects table relationships from shared key columns (CamelCase-aware).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3840480"/>
            <a:ext cx="3108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39" y="3977640"/>
            <a:ext cx="73152" cy="1737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393192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🚀  Deploy Anywhere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9" y="4251960"/>
            <a:ext cx="2651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Deploy to Power BI Service, Microsoft Fabric, or Docker REST API. Bundle deployment, multi-tenant, blue/green rolling deploy with auto-rollback.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2-Step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scadia Code"/>
              </a:defRPr>
            </a:pPr>
            <a:r>
              <a:t>.qvf → [Extraction] → 11 JSON files → [Generation] → .pbip (PBIR + TMDL)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73152" cy="411480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Step 1 — EXTRACT  (qlik_export/)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572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Parses Qlik QVF/JSON into 11 intermediate JSON files.</a:t>
            </a:r>
            <a:br/>
            <a:br/>
            <a:r>
              <a:t>• extraction_orchestrator.py — main orchestrator</a:t>
            </a:r>
            <a:br/>
            <a:r>
              <a:t>• qvf_extractor.py — .qvf ZIP reader</a:t>
            </a:r>
            <a:br/>
            <a:r>
              <a:t>• dax_converter.py — 175+ formula conversions</a:t>
            </a:r>
            <a:br/>
            <a:r>
              <a:t>• m_query_builder.py — 42 connectors + 40+ transforms</a:t>
            </a:r>
            <a:br/>
            <a:r>
              <a:t>• qlik_script_converter.py — load script → M</a:t>
            </a:r>
            <a:br/>
            <a:r>
              <a:t>• format_adapter.py — bridge to generation layer</a:t>
            </a:r>
            <a:br/>
            <a:r>
              <a:t>• datasource_extractor.py — type/formula adapters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88888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783080"/>
            <a:ext cx="73152" cy="4114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Step 2 — GENERATE  (powerbi_import/)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057400"/>
            <a:ext cx="4572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Converts JSON into a complete .pbip project.</a:t>
            </a:r>
            <a:br/>
            <a:br/>
            <a:r>
              <a:t>• tmdl_generator.py — TMDL semantic model</a:t>
            </a:r>
            <a:br/>
            <a:r>
              <a:t>• pbip_generator.py — .pbip project structure</a:t>
            </a:r>
            <a:br/>
            <a:r>
              <a:t>• visual_generator.py — 75+ visual type mappings</a:t>
            </a:r>
            <a:br/>
            <a:r>
              <a:t>• api_server.py — REST API server</a:t>
            </a:r>
            <a:br/>
            <a:r>
              <a:t>• schema_drift.py — drift detection</a:t>
            </a:r>
            <a:br/>
            <a:r>
              <a:t>• assessment.py — readiness scoring</a:t>
            </a:r>
            <a:br/>
            <a:r>
              <a:t>• shared_model.py — multi-app merge</a:t>
            </a:r>
            <a:br/>
            <a:r>
              <a:t>• deploy/ — Fabric &amp; PBI Service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Supported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What you can feed into the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292608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📄  .qvf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Qlik Sense Application</a:t>
            </a:r>
            <a:br/>
            <a:r>
              <a:t>(ZIP archive)</a:t>
            </a:r>
            <a:br/>
            <a:br/>
            <a:r>
              <a:t>Contains app metadata, data model, sheets, visualizations, variables, load script, bookmarks.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3063240"/>
            <a:ext cx="73152" cy="292608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📦  JSON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Engine API Export</a:t>
            </a:r>
            <a:br/>
            <a:r>
              <a:t>(JSON files)</a:t>
            </a:r>
            <a:br/>
            <a:br/>
            <a:r>
              <a:t>Metadata exports from Qlik Sense Engine API — app properties, dimensions, measures, 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063240"/>
            <a:ext cx="73152" cy="2926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🔄  Two-Step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Extract → Generate</a:t>
            </a:r>
            <a:br/>
            <a:br/>
            <a:r>
              <a:t>Extract once, generate multiple times.</a:t>
            </a:r>
            <a:br/>
            <a:r>
              <a:t>Use --skip-extraction to reuse</a:t>
            </a:r>
            <a:br/>
            <a:r>
              <a:t>previously extracted JSON files.</a:t>
            </a:r>
            <a:br/>
            <a:r>
              <a:t>Ideal for iterative tuning.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11 Intermediate JSON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Each extracted to a structured JSON file for the generation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app_metadata.json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App name, description, author,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datasources.json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Connection strings, tables, columns,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dimensions.json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Master dimensions (fields, labels, groupings)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measures.json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17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Master measures (expressions, labels, formats)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visualizations.json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Chart types, dimension/measure bindings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sheets.json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Sheet layouts, cell positions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variables.json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Variables (name, definition, comment)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loadscript.json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Full Qlik load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associations.json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Table associations / relationships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1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bookmarks.json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0175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Bookmarks and selections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master_items.json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Master items (combined dim/measure refs)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Output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Two output modes for different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3200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📊  Default: .pbip Project (PBIR v4.0 + TMDL)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  ProjectName/</a:t>
            </a:r>
            <a:br/>
            <a:r>
              <a:t>  ├── ProjectName.pbip</a:t>
            </a:r>
            <a:br/>
            <a:r>
              <a:t>  ├── ProjectName.Report/</a:t>
            </a:r>
            <a:br/>
            <a:r>
              <a:t>  │   ├── report.json</a:t>
            </a:r>
            <a:br/>
            <a:r>
              <a:t>  │   └── definition/pages/.../visual.json</a:t>
            </a:r>
            <a:br/>
            <a:r>
              <a:t>  └── ProjectName.SemanticModel/</a:t>
            </a:r>
            <a:br/>
            <a:r>
              <a:t>      └── definition/</a:t>
            </a:r>
            <a:br/>
            <a:r>
              <a:t>          ├── model.tmdl, relationships.tmdl</a:t>
            </a:r>
            <a:br/>
            <a:r>
              <a:t>          ├── roles.tmdl, perspectives.tmdl</a:t>
            </a:r>
            <a:br/>
            <a:r>
              <a:t>          └── tables/*.tmdl</a:t>
            </a:r>
            <a:br/>
            <a:br/>
            <a:r>
              <a:t>Opens directly in Power BI Desktop (Dec 2025+).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3063240"/>
            <a:ext cx="73152" cy="3200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🏭  Fabric: --output-format fabric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3756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  5 Fabric artifacts generated:</a:t>
            </a:r>
            <a:br/>
            <a:br/>
            <a:r>
              <a:t>  1. Lakehouse — Delta table schemas + DDL</a:t>
            </a:r>
            <a:br/>
            <a:r>
              <a:t>  2. Dataflow Gen2 — Power Query M ingestion</a:t>
            </a:r>
            <a:br/>
            <a:r>
              <a:t>  3. PySpark Notebook — ETL transformations</a:t>
            </a:r>
            <a:br/>
            <a:r>
              <a:t>  4. DirectLake Semantic Model — TMDL</a:t>
            </a:r>
            <a:br/>
            <a:r>
              <a:t>  5. Data Pipeline — 3-stage orchestration</a:t>
            </a:r>
            <a:br/>
            <a:br/>
            <a:r>
              <a:t>Deploys to Microsoft Fabric workspaces.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Basic Usage — CLI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Single QVF migration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54864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your_app.qvf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From JSON 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515600" cy="54864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export.json --output-dir output/my_project --verbose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Two-step (reuse extracted JSON)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9476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app.qvf --skip-extraction --output-dir output/step1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Interactive wizard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80"/>
            <a:ext cx="10515600" cy="54864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app.qvf --wizard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Fabric-native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852160"/>
            <a:ext cx="10515600" cy="54864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89320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app.qvf --output-format fabric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Advanced CLI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--assess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097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Run pre-migration readiness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--dry-run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36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Preview migration without writing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751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7510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Machine-readable JSON output for 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--merge app1.json app2.json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1401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Merge apps into shared semantic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--deploy WORKSPACE_ID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5292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Deploy to Power BI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--deploy-refresh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291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Trigger dataset refresh after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3075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--assess-server DIR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307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Portfolio-level server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96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--output-format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1696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Generate Fabric-native artifacts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0857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--plugins module.Class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6085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Load custom migration plugins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47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--optimize-dax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0474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Run DAX optimizer (IF→SWITCH, COALESCE)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--verbose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5486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Detailed logging 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25311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Cascadia Code"/>
              </a:defRPr>
            </a:pPr>
            <a:r>
              <a:t>--skip-extraction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92531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Reuse previously extracted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REST API &amp;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Headless / programmatic migration via HTTP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Start the REST API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1005840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2044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Direct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-m powerbi_import.api_server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Docker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docker build -t qlik-to-pbi . &amp;&amp; docker run -p 8000:8000 qlik-to-pbi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Upload a QVF for migration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937760"/>
            <a:ext cx="10058400" cy="640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50749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-X POST -F "file=@app.qvf" http://localhost:8000/migrate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http://localhost:8000/status/{job_id}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-o result.zip http://localhost:8000/download/{job_id}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REST API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Headless / programmatic migration via HTTP  (Sprint 110)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Start the server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Direct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-m powerbi_import.api_server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Docker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docker build -t Qlik-to-pbi .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docker run -p 8000:8000 Qlik-to-pbi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scadia Code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scadia Code"/>
              </a:defRPr>
            </a:pPr>
            <a:r>
              <a:t>/migrate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Upload .qvf/.qvf for migration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scadia Code"/>
              </a:defRPr>
            </a:pPr>
            <a: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scadia Code"/>
              </a:defRPr>
            </a:pPr>
            <a:r>
              <a:t>/status/{id}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Check job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scadia Code"/>
              </a:defRPr>
            </a:pPr>
            <a: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scadia Code"/>
              </a:defRPr>
            </a:pPr>
            <a:r>
              <a:t>/download/{id}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Download .pbip as 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scadia Code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scadia Code"/>
              </a:defRPr>
            </a:pPr>
            <a:r>
              <a:t>/health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Health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661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scadia Code"/>
              </a:defRPr>
            </a:pPr>
            <a: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scadia Code"/>
              </a:defRPr>
            </a:pPr>
            <a:r>
              <a:t>/jobs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Segoe UI"/>
              </a:defRPr>
            </a:pPr>
            <a:r>
              <a:t>List all 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Usage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74720"/>
            <a:ext cx="10515600" cy="25603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61188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1. Upload a workbook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-X POST -F "file=@workbook.qvf" http://localhost:8000/migrate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→ {"job_id": "abc123", "status": "queued"}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2. Check status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http://localhost:8000/status/abc123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→ {"job_id": "abc123", "status": "completed"}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3. Download result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curl -o output.zip http://localhost:8000/download/abc123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Pre-Migration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Analyze complexity before migrating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2926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📋  Workbook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9 assessment categories:</a:t>
            </a:r>
            <a:br/>
            <a:br/>
            <a:r>
              <a:t>• Datasource complexity</a:t>
            </a:r>
            <a:br/>
            <a:r>
              <a:t>• Calculation coverage</a:t>
            </a:r>
            <a:br/>
            <a:r>
              <a:t>• Visual type mapping</a:t>
            </a:r>
            <a:br/>
            <a:r>
              <a:t>• Filter complexity</a:t>
            </a:r>
            <a:br/>
            <a:r>
              <a:t>• Data model structure</a:t>
            </a:r>
            <a:br/>
            <a:r>
              <a:t>• Interactivity (actions)</a:t>
            </a:r>
            <a:br/>
            <a:r>
              <a:t>• Extract / Hyper data</a:t>
            </a:r>
            <a:br/>
            <a:r>
              <a:t>• Migration scope</a:t>
            </a:r>
            <a:br/>
            <a:r>
              <a:t>• Connection string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3063240"/>
            <a:ext cx="73152" cy="2926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🏢  Server Portfolio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Portfolio-level planning:</a:t>
            </a:r>
            <a:br/>
            <a:br/>
            <a:r>
              <a:t>• Per-workbook GREEN/YELLOW/RED</a:t>
            </a:r>
            <a:br/>
            <a:r>
              <a:t>• 8-axis complexity scoring</a:t>
            </a:r>
            <a:br/>
            <a:r>
              <a:t>• Effort estimation</a:t>
            </a:r>
            <a:br/>
            <a:r>
              <a:t>• Migration wave planning</a:t>
            </a:r>
            <a:br/>
            <a:r>
              <a:t>• Connector census</a:t>
            </a:r>
            <a:br/>
            <a:r>
              <a:t>• HTML executive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063240"/>
            <a:ext cx="73152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🎯  Strategy Advisor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Recommends Import / DirectQuery / Composite</a:t>
            </a:r>
            <a:br/>
            <a:r>
              <a:t>based on 7 signals:</a:t>
            </a:r>
            <a:br/>
            <a:br/>
            <a:r>
              <a:t>• Data volume</a:t>
            </a:r>
            <a:br/>
            <a:r>
              <a:t>• Refresh frequency</a:t>
            </a:r>
            <a:br/>
            <a:r>
              <a:t>• Concurrent users</a:t>
            </a:r>
            <a:br/>
            <a:r>
              <a:t>• Cross-source joins</a:t>
            </a:r>
            <a:br/>
            <a:r>
              <a:t>• Real-time needs</a:t>
            </a:r>
            <a:br/>
            <a:r>
              <a:t>• Data sensitivity</a:t>
            </a:r>
            <a:br/>
            <a:r>
              <a:t>• Licensing constraints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Shared Semantic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Merge multiple Qlik workbooks into one unified Power BI data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1828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Workbook A ──→ Extract ──→ 17 JSON (A)  ──┐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  Workbook B ──→ Extract ──→ 17 JSON (B)  ──┤── MERGE ──→ Shared SemanticModel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  Workbook C ──→ Extract ──→ 17 JSON (C)  ──┘       ├──→ Thin Report A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                                                     ├──→ Thin Report B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                                                     └──→ Thin Report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8D4"/>
                </a:solidFill>
                <a:latin typeface="Segoe UI"/>
              </a:defRPr>
            </a:pPr>
            <a:r>
              <a:t>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149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Merge apps into shared model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--merge app1.json app2.json app3.json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With Fabric-native output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--merge app1.json app2.json --output-format fabric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Deploy to Power BI Service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--merge app1.json app2.json --deploy WORKSPACE_ID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Schema Drift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Track changes between migration runs  (Sprint 111)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Compare the current Qlik source against a previously saved extraction snapshot to detect added, removed, or modified objects.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474720"/>
            <a:ext cx="9601200" cy="118872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611880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First run: creates baseline snapshot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workbook.qvf --check-drift ./snapshots/sales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# Later: detect drift vs baseline</a:t>
            </a:r>
          </a:p>
          <a:p>
            <a:pPr>
              <a:spcAft>
                <a:spcPts val="200"/>
              </a:spcAft>
              <a:defRPr sz="1100">
                <a:solidFill>
                  <a:srgbClr val="A6E22E"/>
                </a:solidFill>
                <a:latin typeface="Cascadia Code"/>
              </a:defRPr>
            </a:pPr>
            <a:r>
              <a:t>python migrate.py workbook.qvf --check-drift ./snapshots/sales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Detects changes in 7 categories: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3035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Tables (added / removed)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Columns (added / removed / type changed)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Calculations (added / formula modified)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Worksheets (added / fields changed)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Relationships (added / removed)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Parameters (added / value changed)</a:t>
            </a:r>
          </a:p>
          <a:p>
            <a:pPr>
              <a:spcAft>
                <a:spcPts val="300"/>
              </a:spcAft>
              <a:defRPr sz="1300">
                <a:solidFill>
                  <a:srgbClr val="2D2D2D"/>
                </a:solidFill>
                <a:latin typeface="Segoe UI"/>
              </a:defRPr>
            </a:pPr>
            <a:r>
              <a:t>Filters (added)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Deployment Options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2011680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2C811"/>
                </a:solidFill>
                <a:latin typeface="Segoe UI"/>
              </a:defRPr>
            </a:pPr>
            <a:r>
              <a:t>💻  Power BI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Double-click the .pbip file to open.</a:t>
            </a:r>
            <a:br/>
            <a:br/>
            <a:r>
              <a:t>Validate visuals, relationships, and measures in the native PBI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41732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☁️  Power BI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python migrate.py workbook.qvf \</a:t>
            </a:r>
            <a:br/>
            <a:r>
              <a:t>  --deploy WORKSPACE_ID \</a:t>
            </a:r>
            <a:br/>
            <a:r>
              <a:t>  --deploy-refresh</a:t>
            </a:r>
            <a:br/>
            <a:br/>
            <a:r>
              <a:t>Supports .pbix packaging + REST API 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417320"/>
            <a:ext cx="73152" cy="2011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371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🏭  Microsoft Fabric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69164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Deploy Lakehouse, Dataflow, Notebook,</a:t>
            </a:r>
            <a:br/>
            <a:r>
              <a:t>SemanticModel, and Pipeline artifacts.</a:t>
            </a:r>
            <a:br/>
            <a:br/>
            <a:r>
              <a:t>Bundle deployment with endorsement.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069080"/>
            <a:ext cx="73152" cy="20116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🐳  Docker / REST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docker run -p 8000:8000 Qlik-to-pbi</a:t>
            </a:r>
            <a:br/>
            <a:br/>
            <a:r>
              <a:t>Headless migration via HTTP endpoints.</a:t>
            </a:r>
            <a:br/>
            <a:r>
              <a:t>Ideal for CI/CD pipelines.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4069080"/>
            <a:ext cx="73152" cy="2011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🏢  Multi-Tenant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34340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python migrate.py \</a:t>
            </a:r>
            <a:br/>
            <a:r>
              <a:t>  --shared-model wb1.qvf wb2.qvf \</a:t>
            </a:r>
            <a:br/>
            <a:r>
              <a:t>  --multi-tenant tenants.json</a:t>
            </a:r>
            <a:br/>
            <a:br/>
            <a:r>
              <a:t>Per-tenant connection string overrides.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931920"/>
            <a:ext cx="34747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4069080"/>
            <a:ext cx="73152" cy="201168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🔄  Rolling Deploy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34340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Blue/green deployment with canary</a:t>
            </a:r>
            <a:br/>
            <a:r>
              <a:t>validation and auto-rollback.</a:t>
            </a:r>
            <a:br/>
            <a:br/>
            <a:r>
              <a:t>deploy_rolling() in pbi_deployer.py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1737360" cy="1188720"/>
          </a:xfrm>
          <a:prstGeom prst="round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175+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DAX</a:t>
            </a:r>
            <a:br/>
            <a:r>
              <a:t>Conversions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645920"/>
            <a:ext cx="1737360" cy="1188720"/>
          </a:xfrm>
          <a:prstGeom prst="round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75+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Visual Type</a:t>
            </a:r>
            <a:br/>
            <a:r>
              <a:t>Mappings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45920"/>
            <a:ext cx="173736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40+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M Query</a:t>
            </a:r>
            <a:br/>
            <a:r>
              <a:t>Transforms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1737360" cy="11887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Data Source</a:t>
            </a:r>
            <a:br/>
            <a:r>
              <a:t>Connectors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1737360" cy="1188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Intermediate</a:t>
            </a:r>
            <a:br/>
            <a:r>
              <a:t>JSON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1645920"/>
            <a:ext cx="1737360" cy="1188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7830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2,224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Automated</a:t>
            </a:r>
            <a:br/>
            <a: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Zero external dependencies · Python standard library only · Works on Python 3.12+ · Dark/Light mode HTML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Auto-generated Calendar table with Date Hierarchy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Row-Level Security (RLS) from Section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Set Analysis → CALCULATE with filter modifiers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Cross-table RELATED() / LOOKUPVALUE()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Auto-detect relationships from shared key columns (CamelCase)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Aggr() decomposition → SUMX/COUNTX/AVERAGEX iterators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Inter-record Above/Below/Peek → OFFSET/WINDOW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212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  Dark/Light mode toggle on all HTML reports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9144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2D2D"/>
                </a:solidFill>
                <a:latin typeface="Segoe UI"/>
              </a:defRPr>
            </a:pPr>
            <a:r>
              <a:t>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egoe UI"/>
              </a:defRPr>
            </a:pPr>
            <a:r>
              <a:t>3 steps to your first migration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063240"/>
            <a:ext cx="73152" cy="2926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1️⃣ 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git clone &lt;repo-url&gt;</a:t>
            </a:r>
            <a:br/>
            <a:r>
              <a:t>cd QlikToPowerBI</a:t>
            </a:r>
            <a:br/>
            <a:r>
              <a:t>python -m venv .venv</a:t>
            </a:r>
            <a:br/>
            <a:r>
              <a:t>.venv\Scripts\activate</a:t>
            </a:r>
            <a:br/>
            <a:br/>
            <a:r>
              <a:t>No pip install needed — zero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3063240"/>
            <a:ext cx="73152" cy="2926080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848"/>
                </a:solidFill>
                <a:latin typeface="Segoe UI"/>
              </a:defRPr>
            </a:pPr>
            <a:r>
              <a:t>2️⃣  Migrate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python migrate.py workbook.qvf</a:t>
            </a:r>
            <a:br/>
            <a:br/>
            <a:r>
              <a:t>Or assess first:</a:t>
            </a:r>
            <a:br/>
            <a:r>
              <a:t>python migrate.py workbook.qvf --assess</a:t>
            </a:r>
            <a:br/>
            <a:br/>
            <a:r>
              <a:t>Output lands in:</a:t>
            </a:r>
            <a:br/>
            <a:r>
              <a:t>artifacts/powerbi_projects/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92608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063240"/>
            <a:ext cx="73152" cy="2926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30175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Segoe UI"/>
              </a:defRPr>
            </a:pPr>
            <a:r>
              <a:t>3️⃣  Validate &amp;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337560"/>
            <a:ext cx="3017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Open the .pbip in Power BI Desktop.</a:t>
            </a:r>
            <a:br/>
            <a:br/>
            <a:r>
              <a:t>Check:</a:t>
            </a:r>
            <a:br/>
            <a:r>
              <a:t>• Relationships in Model view</a:t>
            </a:r>
            <a:br/>
            <a:r>
              <a:t>• Visual accuracy vs Qlik</a:t>
            </a:r>
            <a:br/>
            <a:r>
              <a:t>• Measure values</a:t>
            </a:r>
            <a:br/>
            <a:br/>
            <a:r>
              <a:t>Then deploy to PBI Service or Fabric.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  <a:latin typeface="Segoe UI"/>
              </a:defRPr>
            </a:pPr>
            <a:r>
              <a:t>Multi-Agent Preceptorship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egoe UI"/>
              </a:defRPr>
            </a:pPr>
            <a:r>
              <a:t>10 AI agents collaborate following a Plan → Assign → Implement → Review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4630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23160" y="1600200"/>
            <a:ext cx="731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🏗️  Tech Lead (Orchestrator)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745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Architecture, planning, pipeline coordination, task decomposition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6304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600200"/>
            <a:ext cx="73152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66F1"/>
                </a:solidFill>
                <a:latin typeface="Segoe UI"/>
              </a:defRPr>
            </a:pPr>
            <a:r>
              <a:t>🔍  Preceptor (Reviewer)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7452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Segoe UI"/>
              </a:defRPr>
            </a:pPr>
            <a:r>
              <a:t>Quality review, standards enforcement, pitfall detection, consistency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26080"/>
            <a:ext cx="1508760" cy="1188720"/>
          </a:xfrm>
          <a:prstGeom prst="round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Extractor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QVF/JSON parsing</a:t>
            </a:r>
            <a:br/>
            <a:r>
              <a:t>→ 11 JSON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2926080"/>
            <a:ext cx="1508760" cy="1188720"/>
          </a:xfrm>
          <a:prstGeom prst="round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Converter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201168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175+ DAX conversions</a:t>
            </a:r>
            <a:br/>
            <a:r>
              <a:t>42 M connectors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926080"/>
            <a:ext cx="150876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365760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TMDL + PBIR</a:t>
            </a:r>
            <a:br/>
            <a:r>
              <a:t>75+ visuals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2926080"/>
            <a:ext cx="1508760" cy="118872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Assessor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530352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Readiness scoring</a:t>
            </a:r>
            <a:br/>
            <a:r>
              <a:t>Strategy advising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2926080"/>
            <a:ext cx="1508760" cy="1188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Merger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94944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Multi-app merge</a:t>
            </a:r>
            <a:br/>
            <a:r>
              <a:t>Thin reports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2926080"/>
            <a:ext cx="1508760" cy="11887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Deployer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36" name="TextBox 35"/>
          <p:cNvSpPr txBox="1"/>
          <p:nvPr/>
        </p:nvSpPr>
        <p:spPr>
          <a:xfrm>
            <a:off x="859536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Fabric / PBI Service</a:t>
            </a:r>
            <a:br/>
            <a:r>
              <a:t>Azure AD auth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0" y="2926080"/>
            <a:ext cx="1508760" cy="1188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0" y="306324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Tester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56616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</a:p>
        </p:txBody>
      </p:sp>
      <p:sp>
        <p:nvSpPr>
          <p:cNvPr id="40" name="TextBox 39"/>
          <p:cNvSpPr txBox="1"/>
          <p:nvPr/>
        </p:nvSpPr>
        <p:spPr>
          <a:xfrm>
            <a:off x="10241280" y="4206240"/>
            <a:ext cx="1508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D2D2D"/>
                </a:solidFill>
                <a:latin typeface="Segoe UI"/>
              </a:defRPr>
            </a:pPr>
            <a:r>
              <a:t>2,224 tests</a:t>
            </a:r>
            <a:br/>
            <a:r>
              <a:t>Regression suites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Segoe UI"/>
              </a:defRPr>
            </a:pPr>
            <a:r>
              <a:t>Each specialist follows the 4-step cycle:</a:t>
            </a:r>
            <a:br/>
            <a:r>
              <a:t>1. Plan — outline changes, flag risks   2. Assign — confirm ownership, declare handoffs   3. Implement — smallest change that solves the problem   4. Review — self-check: tests pass, contracts preserved, pitfalls avoided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009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99232"/>
            <a:ext cx="12191695" cy="54864"/>
          </a:xfrm>
          <a:prstGeom prst="rect">
            <a:avLst/>
          </a:prstGeom>
          <a:solidFill>
            <a:srgbClr val="F2C8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2C811"/>
                </a:solidFill>
                <a:latin typeface="Cascadia Code"/>
              </a:defRPr>
            </a:pPr>
            <a:r>
              <a:t>python migrate.py your_app.qvf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Segoe UI"/>
              </a:defRPr>
            </a:pPr>
            <a:r>
              <a:t>v10.0.0 · 2,224 tests · 175+ DAX conversions · 42 connectors · 75+ visual mappings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